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92667-7A47-909B-A5FE-B0AD29068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0FB076-7C34-C144-C686-3B961BD3E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792DC-F262-1230-6966-947D88D8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348-FFE9-44CB-8869-E883157361E9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0F4BC-BDF2-A9AC-E043-68239576A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6907-1864-F19E-4F91-A2C38AED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9D57-77AB-4F06-B316-E2B483F1F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95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F51BC-2D41-583E-DD14-734FCFD6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4F1EC-2FDF-1987-FE29-70597B9DF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F120C-6610-AE80-9E9F-781EEED8F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348-FFE9-44CB-8869-E883157361E9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0C6B8-7D58-C826-92FE-52E64C11C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A1AEC-C040-AD36-225F-510E7F9BF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9D57-77AB-4F06-B316-E2B483F1F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54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484DB-26F8-8254-31E8-007F9AAE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5857C-C730-B702-50BB-032416879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8FDF6-3B78-80A4-4254-DE977C853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348-FFE9-44CB-8869-E883157361E9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C25D2-83DE-B356-1DCF-6578EE6A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140B8-4A89-0668-7276-75EE0108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9D57-77AB-4F06-B316-E2B483F1F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38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F66ED-6E13-C449-4A13-9CB063D3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2CF34-999C-5CB0-9F35-3225C3777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E1BA7-AA88-3C7F-82F5-F9B34120C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24D81-3A1D-B72C-ECD3-E027EE45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348-FFE9-44CB-8869-E883157361E9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E9B4E-95C7-90B7-BE59-9EB42220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EC97F-E9BD-D796-2E95-D655B7A50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9D57-77AB-4F06-B316-E2B483F1F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63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C604-80E9-1DA7-9379-8372E863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6BB72-F3CD-3FB9-3594-FC98DE644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8F615-90D1-DA02-FC21-B170C4AEC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C02BBF-7646-BE48-D593-71CB57F4B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E635FB-0304-01D9-3A6A-44DD568451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294C66-288D-A76C-4ADF-6D41440ED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348-FFE9-44CB-8869-E883157361E9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32D6A7-5035-EDF9-876B-070A23E27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F8287-2047-66FB-6246-ADD1569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9D57-77AB-4F06-B316-E2B483F1F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062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009B-B327-4E72-9E4B-094CC425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5CDB05-51EA-CB3B-601F-2D5B4539E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348-FFE9-44CB-8869-E883157361E9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615DF-4682-8DF4-DE21-292D38D3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42123-A813-E64B-1492-8527A95DA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9D57-77AB-4F06-B316-E2B483F1F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25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D302F-94AC-1C96-F8FC-081AF929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348-FFE9-44CB-8869-E883157361E9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5FD258-0E52-1F02-47FF-74384EE9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67185-6904-EA23-A660-5D816162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9D57-77AB-4F06-B316-E2B483F1F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696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AE87A-EB1C-FEC3-2A29-B056851C5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3893B-EE05-80A3-053E-56AB22D9C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5097B-7757-0169-CD6F-0D041D8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D698E-E385-665C-70B6-63D99FFA3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348-FFE9-44CB-8869-E883157361E9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B8D24-0AEA-8B50-F405-4C71ACEA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9233A-EF55-0189-5BAC-32665F08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9D57-77AB-4F06-B316-E2B483F1F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290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5C03E-61B5-7BEE-CAFC-D2D2FE603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A4E05-318E-222B-ABCF-502EBC298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F4723-0E76-2914-7A83-57AA381D5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815DA-6645-2E6D-ABB8-AADEA78EE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348-FFE9-44CB-8869-E883157361E9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12574-7C18-608E-54D0-8BEC0638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E03A6-CBBA-8EF1-2F5C-533578EF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9D57-77AB-4F06-B316-E2B483F1F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281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E04D-7F17-FD75-05FD-01C205DA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358B7-0D5D-FCAC-5786-41BF37B0E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C148A-AF0C-A8AB-7343-2D4A9C475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348-FFE9-44CB-8869-E883157361E9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59694-0F0C-39C9-21BE-369DD1E2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EC6B2-B5E0-E1D6-6A49-B658110C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9D57-77AB-4F06-B316-E2B483F1F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426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69BF08-83EB-EED6-2973-36C8D722E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8C677-B118-466E-FA5E-03BBE24E4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BE42-C3AE-9455-E9EE-CB9E5C68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348-FFE9-44CB-8869-E883157361E9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28A68-2136-FB00-8ECC-0E1FE6256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265D-5D36-5945-4151-4B86DD03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9D57-77AB-4F06-B316-E2B483F1F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353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B5E828-562E-09F5-E901-C9314560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276B8-CF3A-5133-D121-B93924459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6D408-5AD5-B4E5-016C-1916FC71F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2D348-FFE9-44CB-8869-E883157361E9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301F4-E672-B1B9-C3BF-2E571E9BA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CCBF9-2784-EEFD-3E7A-8A3F5EB15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6D9D57-77AB-4F06-B316-E2B483F1F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88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19FDF3D1-0605-41C9-E0EE-22009C32394D}"/>
              </a:ext>
            </a:extLst>
          </p:cNvPr>
          <p:cNvSpPr/>
          <p:nvPr/>
        </p:nvSpPr>
        <p:spPr>
          <a:xfrm>
            <a:off x="7843101" y="5147035"/>
            <a:ext cx="2168165" cy="134117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C27512-3A9A-2564-BE1C-D8A767A2A3BE}"/>
              </a:ext>
            </a:extLst>
          </p:cNvPr>
          <p:cNvSpPr/>
          <p:nvPr/>
        </p:nvSpPr>
        <p:spPr>
          <a:xfrm>
            <a:off x="681872" y="2999965"/>
            <a:ext cx="8086627" cy="18775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B45C60-B09A-CF44-1DF1-89F784A8DA39}"/>
              </a:ext>
            </a:extLst>
          </p:cNvPr>
          <p:cNvSpPr/>
          <p:nvPr/>
        </p:nvSpPr>
        <p:spPr>
          <a:xfrm>
            <a:off x="716437" y="934375"/>
            <a:ext cx="8086627" cy="1877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5884A3-CA5B-6E49-66E4-129F57AAF555}"/>
              </a:ext>
            </a:extLst>
          </p:cNvPr>
          <p:cNvSpPr/>
          <p:nvPr/>
        </p:nvSpPr>
        <p:spPr>
          <a:xfrm>
            <a:off x="716437" y="424206"/>
            <a:ext cx="678730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GpN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667AA6-2CF8-C177-4AEA-DD6E2DFB8DEC}"/>
              </a:ext>
            </a:extLst>
          </p:cNvPr>
          <p:cNvSpPr/>
          <p:nvPr/>
        </p:nvSpPr>
        <p:spPr>
          <a:xfrm>
            <a:off x="1613554" y="425777"/>
            <a:ext cx="678730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SiLU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B6953D-2AC7-5F55-EE7D-F6494BE2A1BC}"/>
              </a:ext>
            </a:extLst>
          </p:cNvPr>
          <p:cNvSpPr/>
          <p:nvPr/>
        </p:nvSpPr>
        <p:spPr>
          <a:xfrm>
            <a:off x="2510671" y="424206"/>
            <a:ext cx="1505148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chemeClr val="bg1"/>
                </a:solidFill>
                <a:effectLst/>
                <a:latin typeface="JetBrains Mono"/>
              </a:rPr>
              <a:t>CausalConv3d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C1A8B-7688-C377-0C2F-56614F404AFB}"/>
              </a:ext>
            </a:extLst>
          </p:cNvPr>
          <p:cNvSpPr/>
          <p:nvPr/>
        </p:nvSpPr>
        <p:spPr>
          <a:xfrm>
            <a:off x="1244339" y="1442635"/>
            <a:ext cx="678730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GpN</a:t>
            </a:r>
            <a:endParaRPr lang="zh-CN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91F21C-EEB7-4DAD-7448-799733CCBC8A}"/>
              </a:ext>
            </a:extLst>
          </p:cNvPr>
          <p:cNvSpPr/>
          <p:nvPr/>
        </p:nvSpPr>
        <p:spPr>
          <a:xfrm>
            <a:off x="2141456" y="1444206"/>
            <a:ext cx="678730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SiLU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8172B7-5D02-2DEE-9DA6-2DD778D6AFB5}"/>
              </a:ext>
            </a:extLst>
          </p:cNvPr>
          <p:cNvSpPr/>
          <p:nvPr/>
        </p:nvSpPr>
        <p:spPr>
          <a:xfrm>
            <a:off x="3038573" y="1442635"/>
            <a:ext cx="1505148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chemeClr val="bg1"/>
                </a:solidFill>
                <a:effectLst/>
                <a:latin typeface="JetBrains Mono"/>
              </a:rPr>
              <a:t>CausalConv3d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52FB55-6C2A-91EE-5DAC-C4934873AD54}"/>
              </a:ext>
            </a:extLst>
          </p:cNvPr>
          <p:cNvSpPr/>
          <p:nvPr/>
        </p:nvSpPr>
        <p:spPr>
          <a:xfrm>
            <a:off x="4821811" y="1441064"/>
            <a:ext cx="678730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GpN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732362-DBA4-9732-B334-CFA4328D6FA7}"/>
              </a:ext>
            </a:extLst>
          </p:cNvPr>
          <p:cNvSpPr/>
          <p:nvPr/>
        </p:nvSpPr>
        <p:spPr>
          <a:xfrm>
            <a:off x="5718928" y="1442635"/>
            <a:ext cx="678730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SiLU</a:t>
            </a:r>
            <a:endParaRPr lang="zh-CN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3E4F5A-75C4-E380-5BFA-74CA4AAE6FE5}"/>
              </a:ext>
            </a:extLst>
          </p:cNvPr>
          <p:cNvSpPr/>
          <p:nvPr/>
        </p:nvSpPr>
        <p:spPr>
          <a:xfrm>
            <a:off x="6616045" y="1441064"/>
            <a:ext cx="1505148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chemeClr val="bg1"/>
                </a:solidFill>
                <a:effectLst/>
                <a:latin typeface="JetBrains Mono"/>
              </a:rPr>
              <a:t>CausalConv3d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AAE7D9-43C4-7DA9-F683-09888886BF85}"/>
              </a:ext>
            </a:extLst>
          </p:cNvPr>
          <p:cNvCxnSpPr>
            <a:cxnSpLocks/>
          </p:cNvCxnSpPr>
          <p:nvPr/>
        </p:nvCxnSpPr>
        <p:spPr>
          <a:xfrm>
            <a:off x="403782" y="1602891"/>
            <a:ext cx="86255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0E3C82B-ACFA-2811-5608-1ED342A79D39}"/>
              </a:ext>
            </a:extLst>
          </p:cNvPr>
          <p:cNvCxnSpPr/>
          <p:nvPr/>
        </p:nvCxnSpPr>
        <p:spPr>
          <a:xfrm>
            <a:off x="1091939" y="1602891"/>
            <a:ext cx="914400" cy="914400"/>
          </a:xfrm>
          <a:prstGeom prst="bentConnector3">
            <a:avLst>
              <a:gd name="adj1" fmla="val -876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8851CF-47C4-4DEB-AECB-ED0BECACFC62}"/>
              </a:ext>
            </a:extLst>
          </p:cNvPr>
          <p:cNvCxnSpPr/>
          <p:nvPr/>
        </p:nvCxnSpPr>
        <p:spPr>
          <a:xfrm>
            <a:off x="2006339" y="2517291"/>
            <a:ext cx="66270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7A69F6-34FE-4E74-28F4-9AB147302EB9}"/>
              </a:ext>
            </a:extLst>
          </p:cNvPr>
          <p:cNvCxnSpPr/>
          <p:nvPr/>
        </p:nvCxnSpPr>
        <p:spPr>
          <a:xfrm flipV="1">
            <a:off x="8614528" y="1602891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DE82585-C580-3719-FC89-6C507981EC29}"/>
              </a:ext>
            </a:extLst>
          </p:cNvPr>
          <p:cNvSpPr txBox="1"/>
          <p:nvPr/>
        </p:nvSpPr>
        <p:spPr>
          <a:xfrm>
            <a:off x="821703" y="992390"/>
            <a:ext cx="1012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 err="1">
                <a:effectLst/>
                <a:latin typeface="JetBrains Mono"/>
              </a:rPr>
              <a:t>ResBlock</a:t>
            </a:r>
            <a:endParaRPr lang="en-US" altLang="zh-CN" sz="1800" dirty="0">
              <a:effectLst/>
              <a:latin typeface="JetBrains Mono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F25A67-ABB9-CA13-A330-7020F5B02765}"/>
              </a:ext>
            </a:extLst>
          </p:cNvPr>
          <p:cNvSpPr txBox="1"/>
          <p:nvPr/>
        </p:nvSpPr>
        <p:spPr>
          <a:xfrm>
            <a:off x="734504" y="3056075"/>
            <a:ext cx="1782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 err="1">
                <a:effectLst/>
                <a:latin typeface="JetBrains Mono"/>
              </a:rPr>
              <a:t>block_res_blocks</a:t>
            </a:r>
            <a:endParaRPr lang="en-US" altLang="zh-CN" sz="1800" dirty="0">
              <a:effectLst/>
              <a:latin typeface="JetBrains Mono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59C208B-7C0F-D96F-2575-706B4528CEF0}"/>
              </a:ext>
            </a:extLst>
          </p:cNvPr>
          <p:cNvCxnSpPr>
            <a:cxnSpLocks/>
          </p:cNvCxnSpPr>
          <p:nvPr/>
        </p:nvCxnSpPr>
        <p:spPr>
          <a:xfrm>
            <a:off x="502370" y="3904820"/>
            <a:ext cx="793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02A4583-2443-7702-8FA2-CB41114FA29E}"/>
              </a:ext>
            </a:extLst>
          </p:cNvPr>
          <p:cNvCxnSpPr/>
          <p:nvPr/>
        </p:nvCxnSpPr>
        <p:spPr>
          <a:xfrm>
            <a:off x="8294801" y="4018844"/>
            <a:ext cx="734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86640CE-5759-04D3-17BF-D52D5391394D}"/>
              </a:ext>
            </a:extLst>
          </p:cNvPr>
          <p:cNvSpPr/>
          <p:nvPr/>
        </p:nvSpPr>
        <p:spPr>
          <a:xfrm>
            <a:off x="1091939" y="5289104"/>
            <a:ext cx="5004061" cy="9854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C561553-08BD-5352-F339-D723418AC9F1}"/>
              </a:ext>
            </a:extLst>
          </p:cNvPr>
          <p:cNvSpPr/>
          <p:nvPr/>
        </p:nvSpPr>
        <p:spPr>
          <a:xfrm>
            <a:off x="1375528" y="5591548"/>
            <a:ext cx="916756" cy="3582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chemeClr val="tx1"/>
                </a:solidFill>
                <a:effectLst/>
                <a:latin typeface="JetBrains Mono"/>
              </a:rPr>
              <a:t>Identity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A03F965-EFF8-F506-71AF-423C39D9C95B}"/>
              </a:ext>
            </a:extLst>
          </p:cNvPr>
          <p:cNvSpPr/>
          <p:nvPr/>
        </p:nvSpPr>
        <p:spPr>
          <a:xfrm>
            <a:off x="2589227" y="5610401"/>
            <a:ext cx="1505148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chemeClr val="bg1"/>
                </a:solidFill>
                <a:effectLst/>
                <a:latin typeface="JetBrains Mono"/>
              </a:rPr>
              <a:t>CausalConv3d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B12DDFF-D539-DEBC-D33F-D54EF1365F87}"/>
              </a:ext>
            </a:extLst>
          </p:cNvPr>
          <p:cNvSpPr/>
          <p:nvPr/>
        </p:nvSpPr>
        <p:spPr>
          <a:xfrm>
            <a:off x="4421170" y="5610401"/>
            <a:ext cx="1505148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chemeClr val="bg1"/>
                </a:solidFill>
                <a:effectLst/>
                <a:latin typeface="JetBrains Mono"/>
              </a:rPr>
              <a:t>CausalConv3d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4794AC9-579C-AB17-0C83-5C7AFBB1B484}"/>
              </a:ext>
            </a:extLst>
          </p:cNvPr>
          <p:cNvCxnSpPr>
            <a:cxnSpLocks/>
          </p:cNvCxnSpPr>
          <p:nvPr/>
        </p:nvCxnSpPr>
        <p:spPr>
          <a:xfrm>
            <a:off x="502370" y="5799390"/>
            <a:ext cx="60547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F191528-01CF-59A6-2F5C-62BF7C047806}"/>
              </a:ext>
            </a:extLst>
          </p:cNvPr>
          <p:cNvSpPr txBox="1"/>
          <p:nvPr/>
        </p:nvSpPr>
        <p:spPr>
          <a:xfrm>
            <a:off x="1110704" y="5265087"/>
            <a:ext cx="1326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 err="1">
                <a:effectLst/>
                <a:latin typeface="JetBrains Mono"/>
              </a:rPr>
              <a:t>conv_blocks</a:t>
            </a:r>
            <a:endParaRPr lang="en-US" altLang="zh-CN" sz="1800" dirty="0">
              <a:effectLst/>
              <a:latin typeface="JetBrains Mono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6F01214-3414-34D0-8FEB-2CD2FA86EA69}"/>
              </a:ext>
            </a:extLst>
          </p:cNvPr>
          <p:cNvSpPr/>
          <p:nvPr/>
        </p:nvSpPr>
        <p:spPr>
          <a:xfrm>
            <a:off x="8080335" y="5412439"/>
            <a:ext cx="1261622" cy="358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ResBlock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D503442-5200-D235-A81B-BC7CED63EF68}"/>
              </a:ext>
            </a:extLst>
          </p:cNvPr>
          <p:cNvSpPr/>
          <p:nvPr/>
        </p:nvSpPr>
        <p:spPr>
          <a:xfrm>
            <a:off x="8232735" y="5564839"/>
            <a:ext cx="1261622" cy="358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ResBlock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5CCB346-BA3A-AEA9-79AF-122CCB4C800B}"/>
              </a:ext>
            </a:extLst>
          </p:cNvPr>
          <p:cNvSpPr/>
          <p:nvPr/>
        </p:nvSpPr>
        <p:spPr>
          <a:xfrm>
            <a:off x="8385135" y="5717239"/>
            <a:ext cx="1261622" cy="358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ResBlock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276E3C4-EDBF-79C4-3A5B-74F1F91AE65E}"/>
              </a:ext>
            </a:extLst>
          </p:cNvPr>
          <p:cNvSpPr/>
          <p:nvPr/>
        </p:nvSpPr>
        <p:spPr>
          <a:xfrm>
            <a:off x="8537535" y="5869639"/>
            <a:ext cx="1261622" cy="358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ResBlock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307B4F3-35F3-E445-3FB8-D8115DB21ECC}"/>
              </a:ext>
            </a:extLst>
          </p:cNvPr>
          <p:cNvCxnSpPr/>
          <p:nvPr/>
        </p:nvCxnSpPr>
        <p:spPr>
          <a:xfrm>
            <a:off x="8717038" y="5321989"/>
            <a:ext cx="703078" cy="719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9E7D975-27F0-2E46-60BB-2811658A3A8A}"/>
              </a:ext>
            </a:extLst>
          </p:cNvPr>
          <p:cNvCxnSpPr/>
          <p:nvPr/>
        </p:nvCxnSpPr>
        <p:spPr>
          <a:xfrm>
            <a:off x="9646757" y="5717239"/>
            <a:ext cx="734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56C33FE-5B49-4E0E-4339-79A77FD3CBBE}"/>
              </a:ext>
            </a:extLst>
          </p:cNvPr>
          <p:cNvCxnSpPr>
            <a:cxnSpLocks/>
          </p:cNvCxnSpPr>
          <p:nvPr/>
        </p:nvCxnSpPr>
        <p:spPr>
          <a:xfrm flipV="1">
            <a:off x="7458758" y="5770657"/>
            <a:ext cx="662435" cy="227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8A30DBE-819D-AE50-8069-2FE31AEBD833}"/>
              </a:ext>
            </a:extLst>
          </p:cNvPr>
          <p:cNvSpPr txBox="1"/>
          <p:nvPr/>
        </p:nvSpPr>
        <p:spPr>
          <a:xfrm>
            <a:off x="7818755" y="507530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JetBrains Mono"/>
              </a:rPr>
              <a:t>res_blocks</a:t>
            </a:r>
            <a:endParaRPr lang="en-US" altLang="zh-CN" sz="1800" dirty="0">
              <a:effectLst/>
              <a:latin typeface="JetBrains Mono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7657F62-B033-AC17-3C99-6D2A8D39D98F}"/>
              </a:ext>
            </a:extLst>
          </p:cNvPr>
          <p:cNvSpPr/>
          <p:nvPr/>
        </p:nvSpPr>
        <p:spPr>
          <a:xfrm>
            <a:off x="1306396" y="3635936"/>
            <a:ext cx="1204275" cy="53776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  <a:effectLst/>
                <a:latin typeface="JetBrains Mono"/>
              </a:rPr>
              <a:t>res_blocks</a:t>
            </a:r>
            <a:endParaRPr lang="en-US" altLang="zh-CN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7F6408A-9B74-D070-1B30-A157DC1999A4}"/>
              </a:ext>
            </a:extLst>
          </p:cNvPr>
          <p:cNvSpPr/>
          <p:nvPr/>
        </p:nvSpPr>
        <p:spPr>
          <a:xfrm>
            <a:off x="1583704" y="3962852"/>
            <a:ext cx="1378707" cy="4921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effectLst/>
                <a:latin typeface="JetBrains Mono"/>
              </a:rPr>
              <a:t>conv_blocks</a:t>
            </a:r>
            <a:endParaRPr lang="en-US" altLang="zh-CN" sz="1800" dirty="0">
              <a:effectLst/>
              <a:latin typeface="JetBrains Mono"/>
            </a:endParaRPr>
          </a:p>
          <a:p>
            <a:pPr algn="ctr"/>
            <a:endParaRPr lang="zh-CN" altLang="en-US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2FA233F-658D-EF8C-2D04-B63320240444}"/>
              </a:ext>
            </a:extLst>
          </p:cNvPr>
          <p:cNvCxnSpPr/>
          <p:nvPr/>
        </p:nvCxnSpPr>
        <p:spPr>
          <a:xfrm>
            <a:off x="1773770" y="3544478"/>
            <a:ext cx="499287" cy="664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7A6A84E-5D3E-2BA1-84DD-2E319A7E3DD5}"/>
              </a:ext>
            </a:extLst>
          </p:cNvPr>
          <p:cNvCxnSpPr>
            <a:cxnSpLocks/>
          </p:cNvCxnSpPr>
          <p:nvPr/>
        </p:nvCxnSpPr>
        <p:spPr>
          <a:xfrm>
            <a:off x="2309340" y="3886533"/>
            <a:ext cx="793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E67A0E60-04BF-5BBB-CD3C-02C3138AE292}"/>
              </a:ext>
            </a:extLst>
          </p:cNvPr>
          <p:cNvSpPr/>
          <p:nvPr/>
        </p:nvSpPr>
        <p:spPr>
          <a:xfrm>
            <a:off x="3113366" y="3617649"/>
            <a:ext cx="1204275" cy="53776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  <a:effectLst/>
                <a:latin typeface="JetBrains Mono"/>
              </a:rPr>
              <a:t>res_blocks</a:t>
            </a:r>
            <a:endParaRPr lang="en-US" altLang="zh-CN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368EBB4-A7F9-9147-0BA3-E0F216053C7B}"/>
              </a:ext>
            </a:extLst>
          </p:cNvPr>
          <p:cNvSpPr/>
          <p:nvPr/>
        </p:nvSpPr>
        <p:spPr>
          <a:xfrm>
            <a:off x="3390674" y="3944565"/>
            <a:ext cx="1378707" cy="4921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effectLst/>
                <a:latin typeface="JetBrains Mono"/>
              </a:rPr>
              <a:t>conv_blocks</a:t>
            </a:r>
            <a:endParaRPr lang="en-US" altLang="zh-CN" sz="1800" dirty="0">
              <a:effectLst/>
              <a:latin typeface="JetBrains Mono"/>
            </a:endParaRPr>
          </a:p>
          <a:p>
            <a:pPr algn="ctr"/>
            <a:endParaRPr lang="zh-CN" altLang="en-US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A6418BD-3182-C500-E5D1-598966929053}"/>
              </a:ext>
            </a:extLst>
          </p:cNvPr>
          <p:cNvCxnSpPr/>
          <p:nvPr/>
        </p:nvCxnSpPr>
        <p:spPr>
          <a:xfrm>
            <a:off x="3580740" y="3526191"/>
            <a:ext cx="499287" cy="664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189CF71-4C0C-67D6-68CE-DBD2918F9702}"/>
              </a:ext>
            </a:extLst>
          </p:cNvPr>
          <p:cNvCxnSpPr>
            <a:cxnSpLocks/>
          </p:cNvCxnSpPr>
          <p:nvPr/>
        </p:nvCxnSpPr>
        <p:spPr>
          <a:xfrm>
            <a:off x="4139816" y="3877892"/>
            <a:ext cx="793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407E1CB9-AA03-6F70-1BC1-05A2D676B68B}"/>
              </a:ext>
            </a:extLst>
          </p:cNvPr>
          <p:cNvSpPr/>
          <p:nvPr/>
        </p:nvSpPr>
        <p:spPr>
          <a:xfrm>
            <a:off x="4943842" y="3609008"/>
            <a:ext cx="1204275" cy="53776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  <a:effectLst/>
                <a:latin typeface="JetBrains Mono"/>
              </a:rPr>
              <a:t>res_blocks</a:t>
            </a:r>
            <a:endParaRPr lang="en-US" altLang="zh-CN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A032341-280A-E388-CABA-CC7EDB34E59E}"/>
              </a:ext>
            </a:extLst>
          </p:cNvPr>
          <p:cNvSpPr/>
          <p:nvPr/>
        </p:nvSpPr>
        <p:spPr>
          <a:xfrm>
            <a:off x="5221150" y="3935924"/>
            <a:ext cx="1378707" cy="4921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effectLst/>
                <a:latin typeface="JetBrains Mono"/>
              </a:rPr>
              <a:t>conv_blocks</a:t>
            </a:r>
            <a:endParaRPr lang="en-US" altLang="zh-CN" sz="1800" dirty="0">
              <a:effectLst/>
              <a:latin typeface="JetBrains Mono"/>
            </a:endParaRPr>
          </a:p>
          <a:p>
            <a:pPr algn="ctr"/>
            <a:endParaRPr lang="zh-CN" altLang="en-US" dirty="0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5CA221E7-32B1-ED63-C12B-31CE2AA14B44}"/>
              </a:ext>
            </a:extLst>
          </p:cNvPr>
          <p:cNvCxnSpPr/>
          <p:nvPr/>
        </p:nvCxnSpPr>
        <p:spPr>
          <a:xfrm>
            <a:off x="5411216" y="3517550"/>
            <a:ext cx="499287" cy="664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685DB26-DCCA-2C3B-68A3-992C35698EAE}"/>
              </a:ext>
            </a:extLst>
          </p:cNvPr>
          <p:cNvCxnSpPr>
            <a:cxnSpLocks/>
          </p:cNvCxnSpPr>
          <p:nvPr/>
        </p:nvCxnSpPr>
        <p:spPr>
          <a:xfrm>
            <a:off x="5883573" y="3842637"/>
            <a:ext cx="793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6C250F8-2F26-FE20-94EF-FD8D9FB9C9FA}"/>
              </a:ext>
            </a:extLst>
          </p:cNvPr>
          <p:cNvSpPr/>
          <p:nvPr/>
        </p:nvSpPr>
        <p:spPr>
          <a:xfrm>
            <a:off x="6687599" y="3573753"/>
            <a:ext cx="1204275" cy="53776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  <a:effectLst/>
                <a:latin typeface="JetBrains Mono"/>
              </a:rPr>
              <a:t>res_blocks</a:t>
            </a:r>
            <a:endParaRPr lang="en-US" altLang="zh-CN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8B239BC-2865-7FB4-3CA9-B879B0EC1117}"/>
              </a:ext>
            </a:extLst>
          </p:cNvPr>
          <p:cNvSpPr/>
          <p:nvPr/>
        </p:nvSpPr>
        <p:spPr>
          <a:xfrm>
            <a:off x="6964907" y="3900669"/>
            <a:ext cx="1378707" cy="4921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effectLst/>
                <a:latin typeface="JetBrains Mono"/>
              </a:rPr>
              <a:t>conv_blocks</a:t>
            </a:r>
            <a:endParaRPr lang="en-US" altLang="zh-CN" sz="1800" dirty="0">
              <a:effectLst/>
              <a:latin typeface="JetBrains Mono"/>
            </a:endParaRPr>
          </a:p>
          <a:p>
            <a:pPr algn="ctr"/>
            <a:endParaRPr lang="zh-CN" altLang="en-US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6F585EA-FB4A-AD11-491B-87294E8D0F90}"/>
              </a:ext>
            </a:extLst>
          </p:cNvPr>
          <p:cNvCxnSpPr/>
          <p:nvPr/>
        </p:nvCxnSpPr>
        <p:spPr>
          <a:xfrm>
            <a:off x="7154973" y="3482295"/>
            <a:ext cx="499287" cy="664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632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887D98B-ED63-AEFF-309D-3FD8AAB45622}"/>
              </a:ext>
            </a:extLst>
          </p:cNvPr>
          <p:cNvSpPr/>
          <p:nvPr/>
        </p:nvSpPr>
        <p:spPr>
          <a:xfrm>
            <a:off x="584462" y="692026"/>
            <a:ext cx="10482606" cy="14007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149D0-B289-EC45-A841-3BE9CE26903B}"/>
              </a:ext>
            </a:extLst>
          </p:cNvPr>
          <p:cNvSpPr txBox="1"/>
          <p:nvPr/>
        </p:nvSpPr>
        <p:spPr>
          <a:xfrm>
            <a:off x="803635" y="69202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JetBrains Mono"/>
              </a:rPr>
              <a:t>Encoder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01908A-5278-9243-CEC7-1137CB5798B4}"/>
              </a:ext>
            </a:extLst>
          </p:cNvPr>
          <p:cNvSpPr/>
          <p:nvPr/>
        </p:nvSpPr>
        <p:spPr>
          <a:xfrm>
            <a:off x="803635" y="1329179"/>
            <a:ext cx="1505148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chemeClr val="bg1"/>
                </a:solidFill>
                <a:effectLst/>
                <a:latin typeface="JetBrains Mono"/>
              </a:rPr>
              <a:t>CausalConv3d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CA9A35-006E-B781-8C05-277750BDE93F}"/>
              </a:ext>
            </a:extLst>
          </p:cNvPr>
          <p:cNvSpPr/>
          <p:nvPr/>
        </p:nvSpPr>
        <p:spPr>
          <a:xfrm>
            <a:off x="2705493" y="1196360"/>
            <a:ext cx="2639504" cy="5861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  <a:effectLst/>
                <a:latin typeface="JetBrains Mono"/>
              </a:rPr>
              <a:t>block_res_blocks</a:t>
            </a:r>
            <a:endParaRPr lang="en-US" altLang="zh-CN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8615C6-52A0-C49B-DAB3-95B44ADB7B0F}"/>
              </a:ext>
            </a:extLst>
          </p:cNvPr>
          <p:cNvSpPr/>
          <p:nvPr/>
        </p:nvSpPr>
        <p:spPr>
          <a:xfrm>
            <a:off x="5741707" y="1196360"/>
            <a:ext cx="1583703" cy="58702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  <a:effectLst/>
                <a:latin typeface="JetBrains Mono"/>
              </a:rPr>
              <a:t>res_blocks</a:t>
            </a:r>
            <a:endParaRPr lang="en-US" altLang="zh-CN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0693B0-FA60-9D62-940D-8EE6DCC52D4E}"/>
              </a:ext>
            </a:extLst>
          </p:cNvPr>
          <p:cNvSpPr/>
          <p:nvPr/>
        </p:nvSpPr>
        <p:spPr>
          <a:xfrm>
            <a:off x="7598003" y="1329179"/>
            <a:ext cx="678730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GpN</a:t>
            </a:r>
            <a:endParaRPr lang="zh-CN" alt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2F2E47-C26C-96A4-20B6-A8502805240D}"/>
              </a:ext>
            </a:extLst>
          </p:cNvPr>
          <p:cNvSpPr/>
          <p:nvPr/>
        </p:nvSpPr>
        <p:spPr>
          <a:xfrm>
            <a:off x="8466839" y="1329178"/>
            <a:ext cx="678730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SiLU</a:t>
            </a:r>
            <a:endParaRPr lang="zh-CN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542556-D93E-F532-7EAE-F3A969A7CB15}"/>
              </a:ext>
            </a:extLst>
          </p:cNvPr>
          <p:cNvSpPr/>
          <p:nvPr/>
        </p:nvSpPr>
        <p:spPr>
          <a:xfrm>
            <a:off x="9335675" y="1329178"/>
            <a:ext cx="1505148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chemeClr val="bg1"/>
                </a:solidFill>
                <a:effectLst/>
                <a:latin typeface="JetBrains Mono"/>
              </a:rPr>
              <a:t>CausalConv3d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4614B9-84A2-CC00-1020-3781D17C4B51}"/>
              </a:ext>
            </a:extLst>
          </p:cNvPr>
          <p:cNvSpPr/>
          <p:nvPr/>
        </p:nvSpPr>
        <p:spPr>
          <a:xfrm>
            <a:off x="661448" y="2494117"/>
            <a:ext cx="10482606" cy="14007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08B4B4-B6B1-AD40-2871-C59D00DFB71E}"/>
              </a:ext>
            </a:extLst>
          </p:cNvPr>
          <p:cNvSpPr txBox="1"/>
          <p:nvPr/>
        </p:nvSpPr>
        <p:spPr>
          <a:xfrm>
            <a:off x="803635" y="249442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JetBrains Mono"/>
              </a:rPr>
              <a:t>encode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D91CEF-CBE9-7C59-F3DC-F734DF7610F7}"/>
              </a:ext>
            </a:extLst>
          </p:cNvPr>
          <p:cNvSpPr/>
          <p:nvPr/>
        </p:nvSpPr>
        <p:spPr>
          <a:xfrm>
            <a:off x="3313520" y="2988028"/>
            <a:ext cx="1423448" cy="51261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9F1338-80D5-F797-A76B-95344B5CE1EF}"/>
              </a:ext>
            </a:extLst>
          </p:cNvPr>
          <p:cNvSpPr txBox="1"/>
          <p:nvPr/>
        </p:nvSpPr>
        <p:spPr>
          <a:xfrm>
            <a:off x="3452958" y="3059668"/>
            <a:ext cx="1144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JetBrains Mono"/>
              </a:rPr>
              <a:t>Encoder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5FB64EE-E1D3-B802-D846-B5B52F52DE88}"/>
              </a:ext>
            </a:extLst>
          </p:cNvPr>
          <p:cNvCxnSpPr>
            <a:endCxn id="33" idx="1"/>
          </p:cNvCxnSpPr>
          <p:nvPr/>
        </p:nvCxnSpPr>
        <p:spPr>
          <a:xfrm>
            <a:off x="933254" y="3244334"/>
            <a:ext cx="23802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A06B8FE-B912-74BB-C5CC-958AF444EB4E}"/>
              </a:ext>
            </a:extLst>
          </p:cNvPr>
          <p:cNvSpPr txBox="1"/>
          <p:nvPr/>
        </p:nvSpPr>
        <p:spPr>
          <a:xfrm>
            <a:off x="1360606" y="291082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JetBrains Mono"/>
              </a:rPr>
              <a:t>time_padding</a:t>
            </a:r>
            <a:endParaRPr lang="en-US" altLang="zh-CN" sz="1800" dirty="0">
              <a:effectLst/>
              <a:latin typeface="JetBrains Mono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ED4B3E-E47A-7892-1605-D1C355A57A6A}"/>
              </a:ext>
            </a:extLst>
          </p:cNvPr>
          <p:cNvSpPr/>
          <p:nvPr/>
        </p:nvSpPr>
        <p:spPr>
          <a:xfrm>
            <a:off x="4989133" y="3095487"/>
            <a:ext cx="1505148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chemeClr val="bg1"/>
                </a:solidFill>
                <a:effectLst/>
                <a:latin typeface="JetBrains Mono"/>
              </a:rPr>
              <a:t>CausalConv3d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D48DE6-FBA1-FE94-0B63-BA01BEF396D6}"/>
              </a:ext>
            </a:extLst>
          </p:cNvPr>
          <p:cNvSpPr txBox="1"/>
          <p:nvPr/>
        </p:nvSpPr>
        <p:spPr>
          <a:xfrm>
            <a:off x="6732707" y="3018578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JetBrains Mono"/>
              </a:rPr>
              <a:t>DiagonalGaussianDistribution</a:t>
            </a:r>
            <a:endParaRPr lang="en-US" altLang="zh-CN" sz="1800" dirty="0">
              <a:effectLst/>
              <a:latin typeface="JetBrains Mono"/>
            </a:endParaRPr>
          </a:p>
          <a:p>
            <a:pPr marL="342900" indent="-342900">
              <a:buAutoNum type="arabicParenBoth"/>
            </a:pPr>
            <a:r>
              <a:rPr lang="zh-CN" altLang="en-US" sz="1800" dirty="0">
                <a:effectLst/>
                <a:latin typeface="JetBrains Mono"/>
              </a:rPr>
              <a:t>参数重采样，</a:t>
            </a:r>
            <a:r>
              <a:rPr lang="en-US" altLang="zh-CN" sz="1800" dirty="0">
                <a:effectLst/>
                <a:latin typeface="JetBrains Mono"/>
              </a:rPr>
              <a:t>code</a:t>
            </a:r>
            <a:r>
              <a:rPr lang="zh-CN" altLang="en-US" sz="1800" dirty="0">
                <a:effectLst/>
                <a:latin typeface="JetBrains Mono"/>
              </a:rPr>
              <a:t>可求梯度</a:t>
            </a:r>
            <a:endParaRPr lang="en-US" altLang="zh-CN" sz="1800" dirty="0">
              <a:effectLst/>
              <a:latin typeface="JetBrains Mono"/>
            </a:endParaRPr>
          </a:p>
          <a:p>
            <a:pPr marL="342900" indent="-342900">
              <a:buAutoNum type="arabicParenBoth"/>
            </a:pPr>
            <a:r>
              <a:rPr lang="en-US" altLang="zh-CN" dirty="0">
                <a:latin typeface="JetBrains Mono"/>
              </a:rPr>
              <a:t>Code</a:t>
            </a:r>
            <a:r>
              <a:rPr lang="zh-CN" altLang="en-US" dirty="0">
                <a:latin typeface="JetBrains Mono"/>
              </a:rPr>
              <a:t>的分布</a:t>
            </a:r>
            <a:r>
              <a:rPr lang="en-US" altLang="zh-CN" dirty="0">
                <a:latin typeface="JetBrains Mono"/>
              </a:rPr>
              <a:t>KL</a:t>
            </a:r>
            <a:r>
              <a:rPr lang="zh-CN" altLang="en-US" dirty="0">
                <a:latin typeface="JetBrains Mono"/>
              </a:rPr>
              <a:t>约束到 </a:t>
            </a:r>
            <a:r>
              <a:rPr lang="en-US" altLang="zh-CN" dirty="0">
                <a:latin typeface="JetBrains Mono"/>
              </a:rPr>
              <a:t>0 ~1</a:t>
            </a:r>
            <a:r>
              <a:rPr lang="zh-CN" altLang="en-US" dirty="0">
                <a:latin typeface="JetBrains Mono"/>
              </a:rPr>
              <a:t>高斯分布</a:t>
            </a:r>
            <a:endParaRPr lang="en-US" altLang="zh-CN" sz="1800" dirty="0">
              <a:effectLst/>
              <a:latin typeface="JetBrains Mono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36280F9-EE76-7455-EF3E-C8166F223290}"/>
              </a:ext>
            </a:extLst>
          </p:cNvPr>
          <p:cNvCxnSpPr>
            <a:cxnSpLocks/>
          </p:cNvCxnSpPr>
          <p:nvPr/>
        </p:nvCxnSpPr>
        <p:spPr>
          <a:xfrm>
            <a:off x="6425938" y="3188137"/>
            <a:ext cx="38587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5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D6176-91CD-F383-013D-523D7487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4637AC-AD6D-7B28-0401-3485A35DDE46}"/>
              </a:ext>
            </a:extLst>
          </p:cNvPr>
          <p:cNvSpPr/>
          <p:nvPr/>
        </p:nvSpPr>
        <p:spPr>
          <a:xfrm>
            <a:off x="584462" y="2756496"/>
            <a:ext cx="10482606" cy="14007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E0687D-94C0-0855-7592-E5EA40AFFDAA}"/>
              </a:ext>
            </a:extLst>
          </p:cNvPr>
          <p:cNvSpPr txBox="1"/>
          <p:nvPr/>
        </p:nvSpPr>
        <p:spPr>
          <a:xfrm>
            <a:off x="803635" y="275649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JetBrains Mono"/>
              </a:rPr>
              <a:t>De</a:t>
            </a:r>
            <a:r>
              <a:rPr lang="en-US" altLang="zh-CN" sz="1800" dirty="0">
                <a:effectLst/>
                <a:latin typeface="JetBrains Mono"/>
              </a:rPr>
              <a:t>coder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89856-F06B-EB2C-C7F9-724514E1D176}"/>
              </a:ext>
            </a:extLst>
          </p:cNvPr>
          <p:cNvSpPr/>
          <p:nvPr/>
        </p:nvSpPr>
        <p:spPr>
          <a:xfrm>
            <a:off x="803635" y="3393649"/>
            <a:ext cx="1505148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chemeClr val="bg1"/>
                </a:solidFill>
                <a:effectLst/>
                <a:latin typeface="JetBrains Mono"/>
              </a:rPr>
              <a:t>CausalConv3d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9E836F-860B-88DF-E6E5-D59F26CE6EF4}"/>
              </a:ext>
            </a:extLst>
          </p:cNvPr>
          <p:cNvSpPr/>
          <p:nvPr/>
        </p:nvSpPr>
        <p:spPr>
          <a:xfrm>
            <a:off x="4399962" y="3260389"/>
            <a:ext cx="2639504" cy="5861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  <a:effectLst/>
                <a:latin typeface="JetBrains Mono"/>
              </a:rPr>
              <a:t>block_res_blocks</a:t>
            </a:r>
            <a:endParaRPr lang="en-US" altLang="zh-CN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75A2E0-C384-098C-F0EF-34170A742601}"/>
              </a:ext>
            </a:extLst>
          </p:cNvPr>
          <p:cNvSpPr/>
          <p:nvPr/>
        </p:nvSpPr>
        <p:spPr>
          <a:xfrm>
            <a:off x="2562521" y="3260389"/>
            <a:ext cx="1583703" cy="58702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  <a:effectLst/>
                <a:latin typeface="JetBrains Mono"/>
              </a:rPr>
              <a:t>res_blocks</a:t>
            </a:r>
            <a:endParaRPr lang="en-US" altLang="zh-CN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4DD9D-5AFA-E025-1DDC-B15AF75142B9}"/>
              </a:ext>
            </a:extLst>
          </p:cNvPr>
          <p:cNvSpPr/>
          <p:nvPr/>
        </p:nvSpPr>
        <p:spPr>
          <a:xfrm>
            <a:off x="7598003" y="3393649"/>
            <a:ext cx="678730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GpN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B0205C-2B1A-AE10-3AD5-3DA666EBD51F}"/>
              </a:ext>
            </a:extLst>
          </p:cNvPr>
          <p:cNvSpPr/>
          <p:nvPr/>
        </p:nvSpPr>
        <p:spPr>
          <a:xfrm>
            <a:off x="8466839" y="3393648"/>
            <a:ext cx="678730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SiLU</a:t>
            </a:r>
            <a:endParaRPr lang="zh-CN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EE669B-7418-5916-D39E-E4A78ED4178E}"/>
              </a:ext>
            </a:extLst>
          </p:cNvPr>
          <p:cNvSpPr/>
          <p:nvPr/>
        </p:nvSpPr>
        <p:spPr>
          <a:xfrm>
            <a:off x="9335675" y="3393648"/>
            <a:ext cx="1505148" cy="32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chemeClr val="bg1"/>
                </a:solidFill>
                <a:effectLst/>
                <a:latin typeface="JetBrains Mono"/>
              </a:rPr>
              <a:t>CausalConv3d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11D321-A370-C7A7-2912-3E5165290EED}"/>
              </a:ext>
            </a:extLst>
          </p:cNvPr>
          <p:cNvSpPr/>
          <p:nvPr/>
        </p:nvSpPr>
        <p:spPr>
          <a:xfrm>
            <a:off x="681872" y="192187"/>
            <a:ext cx="8086627" cy="18775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0F8E15-7370-87BD-E9D9-D37F80414EDD}"/>
              </a:ext>
            </a:extLst>
          </p:cNvPr>
          <p:cNvSpPr txBox="1"/>
          <p:nvPr/>
        </p:nvSpPr>
        <p:spPr>
          <a:xfrm>
            <a:off x="734504" y="248297"/>
            <a:ext cx="456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 err="1">
                <a:effectLst/>
                <a:latin typeface="JetBrains Mono"/>
              </a:rPr>
              <a:t>block_res_blocks</a:t>
            </a:r>
            <a:r>
              <a:rPr lang="en-US" altLang="zh-CN" sz="1800" dirty="0">
                <a:effectLst/>
                <a:latin typeface="JetBrains Mono"/>
              </a:rPr>
              <a:t> </a:t>
            </a:r>
            <a:r>
              <a:rPr lang="zh-CN" altLang="en-US" sz="1800" dirty="0">
                <a:effectLst/>
                <a:latin typeface="JetBrains Mono"/>
              </a:rPr>
              <a:t>（参数反方向 与 </a:t>
            </a:r>
            <a:r>
              <a:rPr lang="en-US" altLang="zh-CN" sz="1800" dirty="0">
                <a:effectLst/>
                <a:latin typeface="JetBrains Mono"/>
              </a:rPr>
              <a:t>encoder</a:t>
            </a:r>
            <a:r>
              <a:rPr lang="zh-CN" altLang="en-US" sz="1800" dirty="0">
                <a:effectLst/>
                <a:latin typeface="JetBrains Mono"/>
              </a:rPr>
              <a:t>）</a:t>
            </a:r>
            <a:endParaRPr lang="en-US" altLang="zh-CN" sz="1800" dirty="0">
              <a:effectLst/>
              <a:latin typeface="JetBrains Mono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7D5A3C-69AF-B569-AFFD-4F53F3A64E4E}"/>
              </a:ext>
            </a:extLst>
          </p:cNvPr>
          <p:cNvCxnSpPr>
            <a:cxnSpLocks/>
          </p:cNvCxnSpPr>
          <p:nvPr/>
        </p:nvCxnSpPr>
        <p:spPr>
          <a:xfrm>
            <a:off x="502370" y="1097042"/>
            <a:ext cx="793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8AFAB2-D39D-073C-23E5-6D9939063E6C}"/>
              </a:ext>
            </a:extLst>
          </p:cNvPr>
          <p:cNvCxnSpPr/>
          <p:nvPr/>
        </p:nvCxnSpPr>
        <p:spPr>
          <a:xfrm>
            <a:off x="8294801" y="1211066"/>
            <a:ext cx="734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A8CE19C-C7A8-A219-6F6D-526973DFA376}"/>
              </a:ext>
            </a:extLst>
          </p:cNvPr>
          <p:cNvSpPr/>
          <p:nvPr/>
        </p:nvSpPr>
        <p:spPr>
          <a:xfrm>
            <a:off x="1306396" y="828158"/>
            <a:ext cx="1204275" cy="53776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  <a:effectLst/>
                <a:latin typeface="JetBrains Mono"/>
              </a:rPr>
              <a:t>res_blocks</a:t>
            </a:r>
            <a:endParaRPr lang="en-US" altLang="zh-CN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068702-5D49-75EE-FC96-AD145B63A4A4}"/>
              </a:ext>
            </a:extLst>
          </p:cNvPr>
          <p:cNvSpPr/>
          <p:nvPr/>
        </p:nvSpPr>
        <p:spPr>
          <a:xfrm>
            <a:off x="1583704" y="1155074"/>
            <a:ext cx="1378707" cy="4921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effectLst/>
                <a:latin typeface="JetBrains Mono"/>
              </a:rPr>
              <a:t>conv_blocks</a:t>
            </a:r>
            <a:endParaRPr lang="en-US" altLang="zh-CN" sz="1800" dirty="0">
              <a:effectLst/>
              <a:latin typeface="JetBrains Mono"/>
            </a:endParaRPr>
          </a:p>
          <a:p>
            <a:pPr algn="ctr"/>
            <a:endParaRPr lang="zh-CN" alt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F058E1-9444-C05A-85DD-844A7149728C}"/>
              </a:ext>
            </a:extLst>
          </p:cNvPr>
          <p:cNvCxnSpPr/>
          <p:nvPr/>
        </p:nvCxnSpPr>
        <p:spPr>
          <a:xfrm>
            <a:off x="1773770" y="736700"/>
            <a:ext cx="499287" cy="664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D54011-CDB0-2EB6-B621-2FB48D5B1000}"/>
              </a:ext>
            </a:extLst>
          </p:cNvPr>
          <p:cNvCxnSpPr>
            <a:cxnSpLocks/>
          </p:cNvCxnSpPr>
          <p:nvPr/>
        </p:nvCxnSpPr>
        <p:spPr>
          <a:xfrm>
            <a:off x="2309340" y="1078755"/>
            <a:ext cx="793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C1873AA-D809-563E-7F35-906824957FED}"/>
              </a:ext>
            </a:extLst>
          </p:cNvPr>
          <p:cNvSpPr/>
          <p:nvPr/>
        </p:nvSpPr>
        <p:spPr>
          <a:xfrm>
            <a:off x="3113366" y="809871"/>
            <a:ext cx="1204275" cy="53776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  <a:effectLst/>
                <a:latin typeface="JetBrains Mono"/>
              </a:rPr>
              <a:t>res_blocks</a:t>
            </a:r>
            <a:endParaRPr lang="en-US" altLang="zh-CN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4973FC-F5BB-3FAD-4B5B-1B8C03258107}"/>
              </a:ext>
            </a:extLst>
          </p:cNvPr>
          <p:cNvSpPr/>
          <p:nvPr/>
        </p:nvSpPr>
        <p:spPr>
          <a:xfrm>
            <a:off x="3390674" y="1136787"/>
            <a:ext cx="1378707" cy="4921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effectLst/>
                <a:latin typeface="JetBrains Mono"/>
              </a:rPr>
              <a:t>conv_blocks</a:t>
            </a:r>
            <a:endParaRPr lang="en-US" altLang="zh-CN" sz="1800" dirty="0">
              <a:effectLst/>
              <a:latin typeface="JetBrains Mono"/>
            </a:endParaRPr>
          </a:p>
          <a:p>
            <a:pPr algn="ctr"/>
            <a:endParaRPr lang="zh-CN" alt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17A88B3-400C-CB78-12FB-B44D5655E9F0}"/>
              </a:ext>
            </a:extLst>
          </p:cNvPr>
          <p:cNvCxnSpPr/>
          <p:nvPr/>
        </p:nvCxnSpPr>
        <p:spPr>
          <a:xfrm>
            <a:off x="3580740" y="718413"/>
            <a:ext cx="499287" cy="664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F50CD28-B025-9B92-CC10-2356D1F4A1AA}"/>
              </a:ext>
            </a:extLst>
          </p:cNvPr>
          <p:cNvCxnSpPr>
            <a:cxnSpLocks/>
          </p:cNvCxnSpPr>
          <p:nvPr/>
        </p:nvCxnSpPr>
        <p:spPr>
          <a:xfrm>
            <a:off x="4139816" y="1070114"/>
            <a:ext cx="793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2BC6A4C-7CCD-316A-A028-7189FA7C6A7F}"/>
              </a:ext>
            </a:extLst>
          </p:cNvPr>
          <p:cNvSpPr/>
          <p:nvPr/>
        </p:nvSpPr>
        <p:spPr>
          <a:xfrm>
            <a:off x="4943842" y="801230"/>
            <a:ext cx="1204275" cy="53776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  <a:effectLst/>
                <a:latin typeface="JetBrains Mono"/>
              </a:rPr>
              <a:t>res_blocks</a:t>
            </a:r>
            <a:endParaRPr lang="en-US" altLang="zh-CN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F1E720-2039-FE47-3BF4-918544C5D3D2}"/>
              </a:ext>
            </a:extLst>
          </p:cNvPr>
          <p:cNvSpPr/>
          <p:nvPr/>
        </p:nvSpPr>
        <p:spPr>
          <a:xfrm>
            <a:off x="5221150" y="1128146"/>
            <a:ext cx="1378707" cy="4921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effectLst/>
                <a:latin typeface="JetBrains Mono"/>
              </a:rPr>
              <a:t>conv_blocks</a:t>
            </a:r>
            <a:endParaRPr lang="en-US" altLang="zh-CN" sz="1800" dirty="0">
              <a:effectLst/>
              <a:latin typeface="JetBrains Mono"/>
            </a:endParaRPr>
          </a:p>
          <a:p>
            <a:pPr algn="ctr"/>
            <a:endParaRPr lang="zh-CN" alt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D210A37-0663-17EF-C0D9-074ACD6DF0C8}"/>
              </a:ext>
            </a:extLst>
          </p:cNvPr>
          <p:cNvCxnSpPr/>
          <p:nvPr/>
        </p:nvCxnSpPr>
        <p:spPr>
          <a:xfrm>
            <a:off x="5411216" y="709772"/>
            <a:ext cx="499287" cy="664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AB3AB42-9E68-0318-1BD3-3A6953618E5B}"/>
              </a:ext>
            </a:extLst>
          </p:cNvPr>
          <p:cNvCxnSpPr>
            <a:cxnSpLocks/>
          </p:cNvCxnSpPr>
          <p:nvPr/>
        </p:nvCxnSpPr>
        <p:spPr>
          <a:xfrm>
            <a:off x="5883573" y="1034859"/>
            <a:ext cx="793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86455E8-F4E8-FCF0-FC4B-F79744261638}"/>
              </a:ext>
            </a:extLst>
          </p:cNvPr>
          <p:cNvSpPr/>
          <p:nvPr/>
        </p:nvSpPr>
        <p:spPr>
          <a:xfrm>
            <a:off x="6687599" y="765975"/>
            <a:ext cx="1204275" cy="53776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  <a:effectLst/>
                <a:latin typeface="JetBrains Mono"/>
              </a:rPr>
              <a:t>res_blocks</a:t>
            </a:r>
            <a:endParaRPr lang="en-US" altLang="zh-CN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FBBFEB4-95C2-D926-117D-CE4B0E5D6AB6}"/>
              </a:ext>
            </a:extLst>
          </p:cNvPr>
          <p:cNvSpPr/>
          <p:nvPr/>
        </p:nvSpPr>
        <p:spPr>
          <a:xfrm>
            <a:off x="6964907" y="1092891"/>
            <a:ext cx="1378707" cy="4921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effectLst/>
                <a:latin typeface="JetBrains Mono"/>
              </a:rPr>
              <a:t>conv_blocks</a:t>
            </a:r>
            <a:endParaRPr lang="en-US" altLang="zh-CN" sz="1800" dirty="0">
              <a:effectLst/>
              <a:latin typeface="JetBrains Mono"/>
            </a:endParaRPr>
          </a:p>
          <a:p>
            <a:pPr algn="ctr"/>
            <a:endParaRPr lang="zh-CN" alt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AD51C50-D0FA-387E-6EAE-E55A6749A620}"/>
              </a:ext>
            </a:extLst>
          </p:cNvPr>
          <p:cNvCxnSpPr/>
          <p:nvPr/>
        </p:nvCxnSpPr>
        <p:spPr>
          <a:xfrm>
            <a:off x="7154973" y="674517"/>
            <a:ext cx="499287" cy="664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360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5068</TotalTime>
  <Words>149</Words>
  <Application>Microsoft Office PowerPoint</Application>
  <PresentationFormat>Widescreen</PresentationFormat>
  <Paragraphs>58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JetBrains Mono</vt:lpstr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19</cp:revision>
  <dcterms:created xsi:type="dcterms:W3CDTF">2024-10-21T11:01:29Z</dcterms:created>
  <dcterms:modified xsi:type="dcterms:W3CDTF">2024-10-24T23:41:33Z</dcterms:modified>
</cp:coreProperties>
</file>